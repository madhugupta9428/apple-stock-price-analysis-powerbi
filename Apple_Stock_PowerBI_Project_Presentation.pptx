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Apple (AAPL) Stock Market Analysis (1980–2025)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 BI Data Analysis Project</a:t>
            </a:r>
          </a:p>
          <a:p>
            <a:r>
              <a:t>Prepared by: Madhu Gupta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analyzes Apple Inc.'s historical stock data.</a:t>
            </a:r>
          </a:p>
          <a:p>
            <a:pPr lvl="1"/>
            <a:r>
              <a:t>Dataset covers period from 1980 to 2025.</a:t>
            </a:r>
          </a:p>
          <a:p>
            <a:pPr lvl="1"/>
            <a:r>
              <a:t>Analysis performed using Power BI.</a:t>
            </a:r>
          </a:p>
          <a:p>
            <a:pPr lvl="1"/>
            <a:r>
              <a:t>Focus on trends, volatility, and performance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analyze Apple’s stock performance over time.</a:t>
            </a:r>
          </a:p>
          <a:p>
            <a:pPr lvl="1"/>
            <a:r>
              <a:t>Identify long-term growth trends.</a:t>
            </a:r>
          </a:p>
          <a:p>
            <a:pPr lvl="1"/>
            <a:r>
              <a:t>Examine price volatility and trading volume patterns.</a:t>
            </a:r>
          </a:p>
          <a:p>
            <a:pPr lvl="1"/>
            <a:r>
              <a:t>Generate insights for investment decision-making.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Source: Kaggle – Apple Stock Prices (AAPL)</a:t>
            </a:r>
          </a:p>
          <a:p>
            <a:pPr lvl="1"/>
            <a:r>
              <a:t>Attributes: Date, Open, High, Low, Close, Adj Close, Volume</a:t>
            </a:r>
          </a:p>
          <a:p>
            <a:pPr lvl="1"/>
            <a:r>
              <a:t>Time Period: 1980–2025</a:t>
            </a:r>
          </a:p>
          <a:p>
            <a:pPr lvl="1"/>
            <a:r>
              <a:t>Daily stock market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yearly and monthly stock trends.</a:t>
            </a:r>
          </a:p>
          <a:p>
            <a:pPr lvl="1"/>
            <a:r>
              <a:t>Measure annual growth rate.</a:t>
            </a:r>
          </a:p>
          <a:p>
            <a:pPr lvl="1"/>
            <a:r>
              <a:t>Identify highest and lowest stock prices.</a:t>
            </a:r>
          </a:p>
          <a:p>
            <a:pPr lvl="1"/>
            <a:r>
              <a:t>Study relationship between volume and price.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Average Closing Price</a:t>
            </a:r>
          </a:p>
          <a:p>
            <a:pPr lvl="1"/>
            <a:r>
              <a:t>Yearly Maximum &amp; Minimum Price</a:t>
            </a:r>
          </a:p>
          <a:p>
            <a:pPr lvl="1"/>
            <a:r>
              <a:t>Annual Growth Rate</a:t>
            </a:r>
          </a:p>
          <a:p>
            <a:pPr lvl="1"/>
            <a:r>
              <a:t>Moving Averages (50-day &amp; 200-day)</a:t>
            </a:r>
          </a:p>
          <a:p>
            <a:pPr lvl="1"/>
            <a:r>
              <a:t>Total Trading Volume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 Chart – Stock Price Trend Over Time</a:t>
            </a:r>
          </a:p>
          <a:p>
            <a:pPr lvl="1"/>
            <a:r>
              <a:t>Column Chart – Yearly Performance</a:t>
            </a:r>
          </a:p>
          <a:p>
            <a:pPr lvl="1"/>
            <a:r>
              <a:t>Area Chart – Volume Analysis</a:t>
            </a:r>
          </a:p>
          <a:p>
            <a:pPr lvl="1"/>
            <a:r>
              <a:t>KPI Cards – Key Metrics</a:t>
            </a:r>
          </a:p>
          <a:p>
            <a:pPr lvl="1"/>
            <a:r>
              <a:t>Slicers – Year &amp; Date Filters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Analysis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Cleaning &amp; Formatting</a:t>
            </a:r>
          </a:p>
          <a:p>
            <a:pPr lvl="1"/>
            <a:r>
              <a:t>Creating Date Hierarchy (Year, Month)</a:t>
            </a:r>
          </a:p>
          <a:p>
            <a:pPr lvl="1"/>
            <a:r>
              <a:t>Calculated Columns &amp; Measures in DAX</a:t>
            </a:r>
          </a:p>
          <a:p>
            <a:pPr lvl="1"/>
            <a:r>
              <a:t>Interactive Dashboard Design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Expected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Periods of rapid growth</a:t>
            </a:r>
          </a:p>
          <a:p>
            <a:pPr lvl="1"/>
            <a:r>
              <a:t>High volatility years</a:t>
            </a:r>
          </a:p>
          <a:p>
            <a:pPr lvl="1"/>
            <a:r>
              <a:t>Impact of trading volume on price</a:t>
            </a:r>
          </a:p>
          <a:p>
            <a:pPr lvl="1"/>
            <a:r>
              <a:t>Long-term return trends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Comprehensive analysis of Apple stock performance.</a:t>
            </a:r>
          </a:p>
          <a:p>
            <a:pPr lvl="1"/>
            <a:r>
              <a:t>Interactive Power BI dashboard created.</a:t>
            </a:r>
          </a:p>
          <a:p>
            <a:pPr lvl="1"/>
            <a:r>
              <a:t>Helps investors understand historical trends.</a:t>
            </a:r>
          </a:p>
          <a:p>
            <a:pPr lvl="1"/>
            <a:r>
              <a:t>Supports data-driven decision 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